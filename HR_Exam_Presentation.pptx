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jada Molla" userId="8e5436caf1d62abc" providerId="LiveId" clId="{2B1AE2E3-5FFE-4590-BE78-5862611DF21B}"/>
    <pc:docChg chg="custSel modSld">
      <pc:chgData name="Sahajada Molla" userId="8e5436caf1d62abc" providerId="LiveId" clId="{2B1AE2E3-5FFE-4590-BE78-5862611DF21B}" dt="2026-01-13T06:38:17.391" v="39"/>
      <pc:docMkLst>
        <pc:docMk/>
      </pc:docMkLst>
      <pc:sldChg chg="modSp mod">
        <pc:chgData name="Sahajada Molla" userId="8e5436caf1d62abc" providerId="LiveId" clId="{2B1AE2E3-5FFE-4590-BE78-5862611DF21B}" dt="2026-01-13T06:38:17.391" v="39"/>
        <pc:sldMkLst>
          <pc:docMk/>
          <pc:sldMk cId="0" sldId="256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57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58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59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0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1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2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3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4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5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6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7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8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69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70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71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Sahajada Molla" userId="8e5436caf1d62abc" providerId="LiveId" clId="{2B1AE2E3-5FFE-4590-BE78-5862611DF21B}" dt="2026-01-13T06:38:17.391" v="39"/>
        <pc:sldMkLst>
          <pc:docMk/>
          <pc:sldMk cId="0" sldId="272"/>
        </pc:sldMkLst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hajada Molla" userId="8e5436caf1d62abc" providerId="LiveId" clId="{2B1AE2E3-5FFE-4590-BE78-5862611DF21B}" dt="2026-01-13T06:38:17.391" v="39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43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7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75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0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97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24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3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92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6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6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757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433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25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761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4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422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1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0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📊 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 Exam Project Presentation</a:t>
            </a:r>
          </a:p>
          <a:p>
            <a:pPr>
              <a:defRPr sz="1800"/>
            </a:pPr>
            <a:r>
              <a:rPr dirty="0"/>
              <a:t>Prepared by: Sahajada Molla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📌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✔ Workforce data shows balanced departmental distribution</a:t>
            </a:r>
          </a:p>
          <a:p>
            <a:pPr>
              <a:defRPr sz="1800"/>
            </a:pPr>
            <a:r>
              <a:t>✔ Employee engagement and attendance tracked effectively</a:t>
            </a:r>
          </a:p>
          <a:p>
            <a:pPr>
              <a:defRPr sz="1800"/>
            </a:pPr>
            <a:r>
              <a:t>✔ HR metrics support data-driven decision making</a:t>
            </a:r>
          </a:p>
          <a:p>
            <a:pPr>
              <a:defRPr sz="1800"/>
            </a:pPr>
            <a:r>
              <a:t>✔ Dashboard provides a consolidated HR performance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📈 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🔹 Total Sheets Analyzed: 10</a:t>
            </a:r>
          </a:p>
          <a:p>
            <a:pPr>
              <a:defRPr sz="1800"/>
            </a:pPr>
            <a:r>
              <a:t>🔹 Total Records: 6984</a:t>
            </a:r>
          </a:p>
          <a:p>
            <a:pPr>
              <a:defRPr sz="1800"/>
            </a:pPr>
            <a:r>
              <a:t>🔹 Data Type: HR Workforce &amp; Engagement Metrics</a:t>
            </a:r>
          </a:p>
          <a:p>
            <a:pPr>
              <a:defRPr sz="1800"/>
            </a:pPr>
            <a:r>
              <a:t>🔹 Usage: Academic, Interview &amp; Management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Absence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1496 | Columns: 8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EmpID → Avg: 11097.46, Min: 11000, Max: 11250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AgeGroup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3 | Columns: 2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AgeGroupID → Avg: 2.0, Min: 1, Max: 3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1461 | Columns: 8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Year → Avg: 2018.51, Min: 2017.0, Max: 2020.0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7 | Columns: 2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DeptID → Avg: 4.0, Min: 1, Max: 7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5 | Columns: 2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EduID → Avg: 3.0, Min: 1, Max: 5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Ethnicity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7 | Columns: 2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EthnicGroupID → Avg: 4.0, Min: 1, Max: 7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Pay_Type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2 | Columns: 2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PayType</a:t>
            </a:r>
          </a:p>
          <a:p>
            <a:pPr>
              <a:defRPr sz="1800"/>
            </a:pPr>
            <a:r>
              <a:t>Contract Temp</a:t>
            </a:r>
          </a:p>
          <a:p>
            <a:pPr>
              <a:defRPr sz="1800"/>
            </a:pPr>
            <a:r>
              <a:t>Permanent → Avg: nan, Min: nan, Max: nan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Employee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3752 | Columns: 4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EmpID → Avg: 11105.14, Min: 11000.0, Max: 11250.0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0 | Columns: 2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This sheet contains categorical HR reference data.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📊 Key Insights – Emplyees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Records: 251 | Columns: 16</a:t>
            </a:r>
          </a:p>
          <a:p>
            <a:pPr>
              <a:defRPr sz="1800"/>
            </a:pPr>
            <a:r>
              <a:t>• Business Purpose:</a:t>
            </a:r>
          </a:p>
          <a:p>
            <a:pPr>
              <a:defRPr sz="1800"/>
            </a:pPr>
            <a:r>
              <a:t>  Helps understand HR trends and workforce structure.</a:t>
            </a:r>
          </a:p>
          <a:p>
            <a:pPr>
              <a:defRPr sz="1800"/>
            </a:pPr>
            <a:r>
              <a:t>• Key Observation:</a:t>
            </a:r>
          </a:p>
          <a:p>
            <a:pPr>
              <a:defRPr sz="1800"/>
            </a:pPr>
            <a:r>
              <a:t>  EmpID → Avg: 11125.0, Min: 11000, Max: 11250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🚀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Integration with real-time HR databases</a:t>
            </a:r>
          </a:p>
          <a:p>
            <a:pPr>
              <a:defRPr sz="1800"/>
            </a:pPr>
            <a:r>
              <a:t>• Interactive dashboards using Power BI / Tableau</a:t>
            </a:r>
          </a:p>
          <a:p>
            <a:pPr>
              <a:defRPr sz="1800"/>
            </a:pPr>
            <a:r>
              <a:t>• Predictive analytics for employee attrition</a:t>
            </a:r>
          </a:p>
          <a:p>
            <a:pPr>
              <a:defRPr sz="1800"/>
            </a:pPr>
            <a:r>
              <a:t>• Advanced KPIs for strategic HR 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⚠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Analysis limited to provided Excel data</a:t>
            </a:r>
          </a:p>
          <a:p>
            <a:pPr>
              <a:defRPr sz="1800"/>
            </a:pPr>
            <a:r>
              <a:t>• No real-time or live data connection</a:t>
            </a:r>
          </a:p>
          <a:p>
            <a:pPr>
              <a:defRPr sz="1800"/>
            </a:pPr>
            <a:r>
              <a:t>• Basic statistical analysis used</a:t>
            </a:r>
          </a:p>
          <a:p>
            <a:pPr>
              <a:defRPr sz="1800"/>
            </a:pPr>
            <a:r>
              <a:t>• Visualization focused on academic clarity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✅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HR data analyzed successfully across all sheets</a:t>
            </a:r>
          </a:p>
          <a:p>
            <a:pPr>
              <a:defRPr sz="1800"/>
            </a:pPr>
            <a:r>
              <a:t>• Dashboard simplifies workforce insights</a:t>
            </a:r>
          </a:p>
          <a:p>
            <a:pPr>
              <a:defRPr sz="1800"/>
            </a:pPr>
            <a:r>
              <a:t>• Suitable for exams, interviews, and reviews</a:t>
            </a:r>
          </a:p>
          <a:p>
            <a:pPr>
              <a:defRPr sz="1800"/>
            </a:pPr>
            <a:r>
              <a:t>• Project demonstrates practical HR analytics understanding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/>
            </a:pPr>
            <a:r>
              <a:t>🙏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HR Analytics Dashboard Project</a:t>
            </a:r>
          </a:p>
          <a:p>
            <a:pPr>
              <a:defRPr sz="1800"/>
            </a:pPr>
            <a:r>
              <a:t>Email: abc@gmail.com | Contact: 0000000000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620</Words>
  <Application>Microsoft Office PowerPoint</Application>
  <PresentationFormat>On-screen Show (4:3)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Garamond</vt:lpstr>
      <vt:lpstr>Organic</vt:lpstr>
      <vt:lpstr>📊 HR ANALYTICS DASHBOARD</vt:lpstr>
      <vt:lpstr>📌 Executive Summary</vt:lpstr>
      <vt:lpstr>📈 Key KPIs</vt:lpstr>
      <vt:lpstr>📊 Key Insights – Absence</vt:lpstr>
      <vt:lpstr>📊 Key Insights – AgeGroup</vt:lpstr>
      <vt:lpstr>📊 Key Insights – Dates</vt:lpstr>
      <vt:lpstr>📊 Key Insights – Department</vt:lpstr>
      <vt:lpstr>📊 Key Insights – Education</vt:lpstr>
      <vt:lpstr>📊 Key Insights – Ethnicity</vt:lpstr>
      <vt:lpstr>📊 Key Insights – Pay_Type</vt:lpstr>
      <vt:lpstr>📊 Key Insights – Employee Engagement</vt:lpstr>
      <vt:lpstr>📊 Key Insights – Position</vt:lpstr>
      <vt:lpstr>📊 Key Insights – Emplyees</vt:lpstr>
      <vt:lpstr>🚀 Future Scope</vt:lpstr>
      <vt:lpstr>⚠ Limitations</vt:lpstr>
      <vt:lpstr>✅ Conclusion</vt:lpstr>
      <vt:lpstr>🙏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Sahajada Molla</cp:lastModifiedBy>
  <cp:revision>1</cp:revision>
  <dcterms:created xsi:type="dcterms:W3CDTF">2013-01-27T09:14:16Z</dcterms:created>
  <dcterms:modified xsi:type="dcterms:W3CDTF">2026-01-13T06:38:28Z</dcterms:modified>
  <cp:category/>
</cp:coreProperties>
</file>